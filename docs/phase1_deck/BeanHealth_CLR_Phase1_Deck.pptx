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COMPLETE: add your institution, mentor name and remaining team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COMPLETE: replace the italic prompts with what you actually learned from the Dr. Agarwals Institute of Optometry clinical sessions. Keep only what is relevant to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slide: this is the Phase 0 to Phase 1 delta - the answer to 'what progress did you actually make?'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measurement image is genuine pipeline output. Present it as the measurement stage working, not as a validated clinical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COMPLETE: record the actual mentor feedback and what it changed in the product. Judges may verify this with your mentor - keep it factual.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